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>
      <p:cViewPr>
        <p:scale>
          <a:sx n="100" d="100"/>
          <a:sy n="100" d="100"/>
        </p:scale>
        <p:origin x="119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93F43-265B-4E2C-DF9B-81E7733D4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17C57-655B-7245-03A7-BB0737D22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84B18-C1A4-39E6-B883-92B17267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BF869A-A659-1EE0-5C32-75FAC525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9C9599-0C25-9428-C95E-4DEC20C1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15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52B9C-09FF-F453-FAD5-DAA13BA6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8B0D7E-1A6F-F5A3-B73C-4D2CC2FE6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F43D20-E343-9B25-D1F4-22028911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058771-8E6E-A069-A17E-3721E756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69B4D5-9C58-443A-5F9E-07C504B0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80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3C3CEB-1918-1F7F-E2BA-5EB72378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DB8D77-11B6-84AD-6BA7-56E7150A8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8BFE3E-1952-DB04-ED80-C1DE87AED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08FB3F-15D3-052E-9E1C-99D96435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5261F-05BE-F77B-ED0A-B78C9F41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31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7511A-FBFE-878E-98EF-2FA32724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53D791-3C8F-83EF-160A-C1D004C4A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2409C0-84F0-0001-E1E7-709E8AC73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E418B4-4771-34F0-54B4-19B2DEDF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FA6DBF-C8D0-A231-C002-B4E1A48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7DF0AE-D2C6-F799-18B3-B91A8CD7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6362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5207A4-3376-B241-1EF4-0624994B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6C3679-604E-78AD-6E59-10028CB5B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7A6E68-793A-20FA-CC73-359F6C1F0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D980484-1268-B9E7-027A-CC93C02CC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DC6A18-1238-2B42-E5CF-0AF73B234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599E3F-7841-8D92-527B-7D7318DE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FE40EC2-A76A-8672-DA5E-D15D5146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38E4F5-E955-3636-61EC-2116B06EC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671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069EE-8810-6A50-4826-1D9D49D8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19C14-6FE2-FAD1-C96C-5C7095BB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F25962-8874-11BF-C133-E2C25BF9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D97F93-91BB-571E-B96C-268E07F0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8968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BE91143-DF6E-4122-9170-C35A10CC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CB82136-32F8-9C26-56E9-1BF63F32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566737-3C9E-C4FC-448E-693797EF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6911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61204-D206-8A50-31A7-93E0E722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8DE0B1-797E-3542-13A0-BCCB5E93F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D31C79-1A66-30EB-0A78-71805ACC4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095CAE-BD3E-7736-C06D-325A31F1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9D03AB-43B4-5B13-824B-AA559AF0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6E6F1C-2B59-6B1D-487B-3FF0B83F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828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AE001-8BC5-3F10-7051-17C2726D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4576865-2DE9-349B-0F8C-CE609E149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328221-9F90-7306-A5A6-B76FE86E1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3C2A0E-BA92-77BF-2331-457DA5BE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BC298F-5675-E7B4-A9C3-9EBBDD19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EAC55E-1488-07D6-C442-35CCDD59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00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D9CFE-CB08-83D4-B893-E3A1E800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A06B12C-E861-E2DA-0C30-89D58543D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9DEF77-BC41-350D-60D2-3073E2B9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166F0F-FA3C-F206-B9E6-5418CF5D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E1B0C7-07F4-A95E-8E6F-6F249497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061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B1DE67-26CD-E9FD-A741-910E66B5B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DE6E3E-F156-A81B-50CE-7CFC7F23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4C9AA0-EC3B-84CE-C8BA-98796376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368447-7B1F-29C6-9CF7-4739DEB0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AA30ED-0920-2855-97E3-0AD8271C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1330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5106DD3-1F75-7B31-0707-B097A82E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9DBA0C-B789-18B0-229B-31417C9FD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8C1422-FBED-BF32-A32E-0EC192C89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725BA-5A4F-304E-A92F-1EE7D9461F1B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B09D9C-2215-8C97-5256-E27D6A429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06BE55-33E3-9BB3-0385-1872815EB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C670A-BBEF-DF43-B09F-80FDAB2E4F5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62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向下箭號 4">
            <a:extLst>
              <a:ext uri="{FF2B5EF4-FFF2-40B4-BE49-F238E27FC236}">
                <a16:creationId xmlns:a16="http://schemas.microsoft.com/office/drawing/2014/main" id="{BAA2E98C-A8BA-E99B-41ED-8F15706FBB44}"/>
              </a:ext>
            </a:extLst>
          </p:cNvPr>
          <p:cNvSpPr/>
          <p:nvPr/>
        </p:nvSpPr>
        <p:spPr>
          <a:xfrm>
            <a:off x="1053748" y="1962616"/>
            <a:ext cx="309158" cy="48470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7" name="向下箭號 6">
            <a:extLst>
              <a:ext uri="{FF2B5EF4-FFF2-40B4-BE49-F238E27FC236}">
                <a16:creationId xmlns:a16="http://schemas.microsoft.com/office/drawing/2014/main" id="{82617685-B705-3D71-4AEC-2F01115718FB}"/>
              </a:ext>
            </a:extLst>
          </p:cNvPr>
          <p:cNvSpPr/>
          <p:nvPr/>
        </p:nvSpPr>
        <p:spPr>
          <a:xfrm>
            <a:off x="2664105" y="1962616"/>
            <a:ext cx="309158" cy="48470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8" name="流程圖 7">
            <a:extLst>
              <a:ext uri="{FF2B5EF4-FFF2-40B4-BE49-F238E27FC236}">
                <a16:creationId xmlns:a16="http://schemas.microsoft.com/office/drawing/2014/main" id="{47FCFFE3-2DA6-0442-9C1A-274E2D9BE242}"/>
              </a:ext>
            </a:extLst>
          </p:cNvPr>
          <p:cNvSpPr/>
          <p:nvPr/>
        </p:nvSpPr>
        <p:spPr>
          <a:xfrm>
            <a:off x="630872" y="2489749"/>
            <a:ext cx="1209355" cy="331359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/>
              <a:t>C</a:t>
            </a:r>
            <a:r>
              <a:rPr kumimoji="1" lang="zh-CN" baseline="-25000" noProof="1"/>
              <a:t>ent</a:t>
            </a:r>
            <a:r>
              <a:rPr kumimoji="1" lang="zh-CN" noProof="1"/>
              <a:t> </a:t>
            </a:r>
          </a:p>
        </p:txBody>
      </p:sp>
      <p:sp>
        <p:nvSpPr>
          <p:cNvPr id="9" name="流程圖 8">
            <a:extLst>
              <a:ext uri="{FF2B5EF4-FFF2-40B4-BE49-F238E27FC236}">
                <a16:creationId xmlns:a16="http://schemas.microsoft.com/office/drawing/2014/main" id="{5D150B5D-78D0-57EB-23C7-933EF3BFB5AA}"/>
              </a:ext>
            </a:extLst>
          </p:cNvPr>
          <p:cNvSpPr/>
          <p:nvPr/>
        </p:nvSpPr>
        <p:spPr>
          <a:xfrm>
            <a:off x="2241229" y="2467244"/>
            <a:ext cx="1209355" cy="331359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/>
              <a:t>C</a:t>
            </a:r>
            <a:r>
              <a:rPr kumimoji="1" lang="zh-CN" baseline="-25000" noProof="1"/>
              <a:t>ppl</a:t>
            </a:r>
          </a:p>
        </p:txBody>
      </p:sp>
      <p:sp>
        <p:nvSpPr>
          <p:cNvPr id="11" name="流程圖 10">
            <a:extLst>
              <a:ext uri="{FF2B5EF4-FFF2-40B4-BE49-F238E27FC236}">
                <a16:creationId xmlns:a16="http://schemas.microsoft.com/office/drawing/2014/main" id="{661F5A1A-A9DF-31FF-0D63-77C8C1429B39}"/>
              </a:ext>
            </a:extLst>
          </p:cNvPr>
          <p:cNvSpPr/>
          <p:nvPr/>
        </p:nvSpPr>
        <p:spPr>
          <a:xfrm>
            <a:off x="1021597" y="43912"/>
            <a:ext cx="2259303" cy="389763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/>
              <a:t>User query</a:t>
            </a:r>
          </a:p>
        </p:txBody>
      </p:sp>
      <p:sp>
        <p:nvSpPr>
          <p:cNvPr id="12" name="向下箭號 11">
            <a:extLst>
              <a:ext uri="{FF2B5EF4-FFF2-40B4-BE49-F238E27FC236}">
                <a16:creationId xmlns:a16="http://schemas.microsoft.com/office/drawing/2014/main" id="{20F9BB63-F657-EBFB-BAE0-BDC0BE781668}"/>
              </a:ext>
            </a:extLst>
          </p:cNvPr>
          <p:cNvSpPr/>
          <p:nvPr/>
        </p:nvSpPr>
        <p:spPr>
          <a:xfrm>
            <a:off x="1858927" y="550504"/>
            <a:ext cx="309158" cy="57757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36D278CE-3E57-458A-04E0-38D2D5300563}"/>
              </a:ext>
            </a:extLst>
          </p:cNvPr>
          <p:cNvSpPr/>
          <p:nvPr/>
        </p:nvSpPr>
        <p:spPr>
          <a:xfrm>
            <a:off x="696863" y="1259352"/>
            <a:ext cx="3000655" cy="57757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noProof="1">
                <a:solidFill>
                  <a:schemeClr val="tx1"/>
                </a:solidFill>
              </a:rPr>
              <a:t>Fine-tuning Model</a:t>
            </a:r>
          </a:p>
        </p:txBody>
      </p:sp>
      <p:sp>
        <p:nvSpPr>
          <p:cNvPr id="16" name="流程圖 15">
            <a:extLst>
              <a:ext uri="{FF2B5EF4-FFF2-40B4-BE49-F238E27FC236}">
                <a16:creationId xmlns:a16="http://schemas.microsoft.com/office/drawing/2014/main" id="{FB740539-BD33-E6FE-C3CF-E9928892993D}"/>
              </a:ext>
            </a:extLst>
          </p:cNvPr>
          <p:cNvSpPr/>
          <p:nvPr/>
        </p:nvSpPr>
        <p:spPr>
          <a:xfrm>
            <a:off x="4211505" y="824821"/>
            <a:ext cx="2700260" cy="527958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/>
              <a:t>User privacy preference </a:t>
            </a:r>
            <a:r>
              <a:rPr lang="zh-CN" noProof="1"/>
              <a:t>ϕ</a:t>
            </a:r>
            <a:endParaRPr kumimoji="1" lang="zh-CN" noProof="1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53E401FD-04F5-74A7-3555-86B4A32148F7}"/>
              </a:ext>
            </a:extLst>
          </p:cNvPr>
          <p:cNvSpPr/>
          <p:nvPr/>
        </p:nvSpPr>
        <p:spPr>
          <a:xfrm>
            <a:off x="4048894" y="2178455"/>
            <a:ext cx="3000655" cy="57757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noProof="1">
                <a:solidFill>
                  <a:schemeClr val="tx1"/>
                </a:solidFill>
              </a:rPr>
              <a:t>AI agent</a:t>
            </a:r>
          </a:p>
        </p:txBody>
      </p:sp>
      <p:sp>
        <p:nvSpPr>
          <p:cNvPr id="18" name="向下箭號 17">
            <a:extLst>
              <a:ext uri="{FF2B5EF4-FFF2-40B4-BE49-F238E27FC236}">
                <a16:creationId xmlns:a16="http://schemas.microsoft.com/office/drawing/2014/main" id="{B3E7777C-1F93-B109-2468-30CE74EC2E3C}"/>
              </a:ext>
            </a:extLst>
          </p:cNvPr>
          <p:cNvSpPr/>
          <p:nvPr/>
        </p:nvSpPr>
        <p:spPr>
          <a:xfrm>
            <a:off x="5313247" y="1476828"/>
            <a:ext cx="309158" cy="57757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19" name="向下箭號 18">
            <a:extLst>
              <a:ext uri="{FF2B5EF4-FFF2-40B4-BE49-F238E27FC236}">
                <a16:creationId xmlns:a16="http://schemas.microsoft.com/office/drawing/2014/main" id="{D25F0121-FC88-0A12-425C-B650BF1D8E1A}"/>
              </a:ext>
            </a:extLst>
          </p:cNvPr>
          <p:cNvSpPr/>
          <p:nvPr/>
        </p:nvSpPr>
        <p:spPr>
          <a:xfrm>
            <a:off x="5313246" y="2881719"/>
            <a:ext cx="309158" cy="48470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20" name="流程圖 19">
            <a:extLst>
              <a:ext uri="{FF2B5EF4-FFF2-40B4-BE49-F238E27FC236}">
                <a16:creationId xmlns:a16="http://schemas.microsoft.com/office/drawing/2014/main" id="{A344F19E-C421-ED5F-7EAD-17F23554B1F4}"/>
              </a:ext>
            </a:extLst>
          </p:cNvPr>
          <p:cNvSpPr/>
          <p:nvPr/>
        </p:nvSpPr>
        <p:spPr>
          <a:xfrm>
            <a:off x="4655983" y="3491577"/>
            <a:ext cx="1623684" cy="47469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/>
              <a:t>Threshold </a:t>
            </a:r>
            <a:r>
              <a:rPr lang="zh-CN" noProof="1"/>
              <a:t>τ′(ϕ)</a:t>
            </a:r>
            <a:endParaRPr kumimoji="1" lang="zh-CN" noProof="1"/>
          </a:p>
        </p:txBody>
      </p:sp>
      <p:sp>
        <p:nvSpPr>
          <p:cNvPr id="21" name="菱形 20">
            <a:extLst>
              <a:ext uri="{FF2B5EF4-FFF2-40B4-BE49-F238E27FC236}">
                <a16:creationId xmlns:a16="http://schemas.microsoft.com/office/drawing/2014/main" id="{1724DB89-1AD5-A2EB-CACE-2D1B9CE1FC42}"/>
              </a:ext>
            </a:extLst>
          </p:cNvPr>
          <p:cNvSpPr/>
          <p:nvPr/>
        </p:nvSpPr>
        <p:spPr>
          <a:xfrm>
            <a:off x="2428096" y="4172207"/>
            <a:ext cx="2538844" cy="2461579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sz="1600" noProof="1"/>
              <a:t>σ(s⋅(c−τ′(ϕ)))</a:t>
            </a:r>
            <a:endParaRPr kumimoji="1" lang="zh-CN" sz="1600" noProof="1"/>
          </a:p>
        </p:txBody>
      </p:sp>
      <p:sp>
        <p:nvSpPr>
          <p:cNvPr id="26" name="流程圖 25">
            <a:extLst>
              <a:ext uri="{FF2B5EF4-FFF2-40B4-BE49-F238E27FC236}">
                <a16:creationId xmlns:a16="http://schemas.microsoft.com/office/drawing/2014/main" id="{5F6AC4A7-75B7-27B0-2D3C-026426E3F618}"/>
              </a:ext>
            </a:extLst>
          </p:cNvPr>
          <p:cNvSpPr/>
          <p:nvPr/>
        </p:nvSpPr>
        <p:spPr>
          <a:xfrm>
            <a:off x="1538340" y="3485665"/>
            <a:ext cx="1209355" cy="331359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/>
              <a:t>C</a:t>
            </a:r>
            <a:r>
              <a:rPr kumimoji="1" lang="zh-CN" baseline="-25000" noProof="1"/>
              <a:t>hybrid</a:t>
            </a:r>
            <a:r>
              <a:rPr kumimoji="1" lang="zh-CN" noProof="1"/>
              <a:t> </a:t>
            </a:r>
          </a:p>
        </p:txBody>
      </p:sp>
      <p:sp>
        <p:nvSpPr>
          <p:cNvPr id="27" name="向下箭號 26">
            <a:extLst>
              <a:ext uri="{FF2B5EF4-FFF2-40B4-BE49-F238E27FC236}">
                <a16:creationId xmlns:a16="http://schemas.microsoft.com/office/drawing/2014/main" id="{B218D479-9A5D-76AA-9289-5B91DD2CF8BA}"/>
              </a:ext>
            </a:extLst>
          </p:cNvPr>
          <p:cNvSpPr/>
          <p:nvPr/>
        </p:nvSpPr>
        <p:spPr>
          <a:xfrm rot="19833998">
            <a:off x="1727329" y="2946567"/>
            <a:ext cx="309158" cy="48470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28" name="向下箭號 27">
            <a:extLst>
              <a:ext uri="{FF2B5EF4-FFF2-40B4-BE49-F238E27FC236}">
                <a16:creationId xmlns:a16="http://schemas.microsoft.com/office/drawing/2014/main" id="{7F1F5107-A0AE-1457-5389-D1E235FE4A86}"/>
              </a:ext>
            </a:extLst>
          </p:cNvPr>
          <p:cNvSpPr/>
          <p:nvPr/>
        </p:nvSpPr>
        <p:spPr>
          <a:xfrm rot="1854778">
            <a:off x="2200986" y="2955453"/>
            <a:ext cx="309158" cy="48470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29" name="向下箭號 28">
            <a:extLst>
              <a:ext uri="{FF2B5EF4-FFF2-40B4-BE49-F238E27FC236}">
                <a16:creationId xmlns:a16="http://schemas.microsoft.com/office/drawing/2014/main" id="{B1BFD7A7-AB77-0B02-A9CE-FA2963AD0B26}"/>
              </a:ext>
            </a:extLst>
          </p:cNvPr>
          <p:cNvSpPr/>
          <p:nvPr/>
        </p:nvSpPr>
        <p:spPr>
          <a:xfrm rot="2586389">
            <a:off x="4645702" y="3943478"/>
            <a:ext cx="309158" cy="95162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30" name="向下箭號 29">
            <a:extLst>
              <a:ext uri="{FF2B5EF4-FFF2-40B4-BE49-F238E27FC236}">
                <a16:creationId xmlns:a16="http://schemas.microsoft.com/office/drawing/2014/main" id="{E64D281F-2B26-1EA6-BAE3-5F0FE487D599}"/>
              </a:ext>
            </a:extLst>
          </p:cNvPr>
          <p:cNvSpPr/>
          <p:nvPr/>
        </p:nvSpPr>
        <p:spPr>
          <a:xfrm rot="18835476">
            <a:off x="2377372" y="3771361"/>
            <a:ext cx="309158" cy="114185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076E099D-DF04-390B-0082-C09B22F8AB29}"/>
              </a:ext>
            </a:extLst>
          </p:cNvPr>
          <p:cNvSpPr/>
          <p:nvPr/>
        </p:nvSpPr>
        <p:spPr>
          <a:xfrm>
            <a:off x="6550166" y="4802389"/>
            <a:ext cx="2843751" cy="12307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noProof="1">
                <a:solidFill>
                  <a:schemeClr val="tx1"/>
                </a:solidFill>
              </a:rPr>
              <a:t>Small model/ big model</a:t>
            </a:r>
          </a:p>
        </p:txBody>
      </p:sp>
      <p:sp>
        <p:nvSpPr>
          <p:cNvPr id="33" name="向下箭號 32">
            <a:extLst>
              <a:ext uri="{FF2B5EF4-FFF2-40B4-BE49-F238E27FC236}">
                <a16:creationId xmlns:a16="http://schemas.microsoft.com/office/drawing/2014/main" id="{F3F449CB-54E7-AF84-E22A-FDE2A9B875C6}"/>
              </a:ext>
            </a:extLst>
          </p:cNvPr>
          <p:cNvSpPr/>
          <p:nvPr/>
        </p:nvSpPr>
        <p:spPr>
          <a:xfrm rot="16200000">
            <a:off x="5471391" y="4842940"/>
            <a:ext cx="474699" cy="114185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35" name="向下箭號 34">
            <a:extLst>
              <a:ext uri="{FF2B5EF4-FFF2-40B4-BE49-F238E27FC236}">
                <a16:creationId xmlns:a16="http://schemas.microsoft.com/office/drawing/2014/main" id="{F75E2858-3138-FA3C-EF04-EF49303D5160}"/>
              </a:ext>
            </a:extLst>
          </p:cNvPr>
          <p:cNvSpPr/>
          <p:nvPr/>
        </p:nvSpPr>
        <p:spPr>
          <a:xfrm rot="16200000">
            <a:off x="9765864" y="4842940"/>
            <a:ext cx="474699" cy="114185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noProof="1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BFF52AED-2625-B1C9-44F6-04C699DE0733}"/>
              </a:ext>
            </a:extLst>
          </p:cNvPr>
          <p:cNvSpPr/>
          <p:nvPr/>
        </p:nvSpPr>
        <p:spPr>
          <a:xfrm>
            <a:off x="10612510" y="4886476"/>
            <a:ext cx="1498903" cy="105477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noProof="1">
                <a:solidFill>
                  <a:schemeClr val="tx1"/>
                </a:solidFill>
              </a:rPr>
              <a:t>Final output</a:t>
            </a:r>
          </a:p>
        </p:txBody>
      </p:sp>
    </p:spTree>
    <p:extLst>
      <p:ext uri="{BB962C8B-B14F-4D97-AF65-F5344CB8AC3E}">
        <p14:creationId xmlns:p14="http://schemas.microsoft.com/office/powerpoint/2010/main" val="237076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42</Words>
  <Application>Microsoft Macintosh PowerPoint</Application>
  <PresentationFormat>寬螢幕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Yun-Hao</dc:creator>
  <cp:lastModifiedBy>Lee, Yun-Hao</cp:lastModifiedBy>
  <cp:revision>1</cp:revision>
  <dcterms:created xsi:type="dcterms:W3CDTF">2025-10-10T00:24:58Z</dcterms:created>
  <dcterms:modified xsi:type="dcterms:W3CDTF">2025-10-10T01:06:29Z</dcterms:modified>
</cp:coreProperties>
</file>